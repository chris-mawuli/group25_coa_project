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90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4705-1EDE-58E3-5BA3-2CAA5406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6738F-D0E3-6A2B-6F51-0295D36E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D7D8E-1203-DC06-CBDC-7A901C244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0BAE4-B7E1-868F-4022-A7D42AD3A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97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4572"/>
          </a:xfrm>
          <a:prstGeom prst="rect">
            <a:avLst/>
          </a:prstGeom>
          <a:solidFill>
            <a:srgbClr val="C8D8E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433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0"/>
            <a:ext cx="36576" cy="51435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0661" y="1073027"/>
            <a:ext cx="399871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CPEN</a:t>
            </a:r>
            <a:r>
              <a:rPr lang="en-US" sz="6400" dirty="0"/>
              <a:t> </a:t>
            </a:r>
            <a:r>
              <a:rPr lang="en-US" sz="6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315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256032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0047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Ghana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417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Design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3749040" y="3004740"/>
            <a:ext cx="50292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9040" y="3205908"/>
            <a:ext cx="45720" cy="47548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86200" y="32059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—  16-bit CPU in Logisim-Evolution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3864276"/>
            <a:ext cx="45720" cy="475488"/>
          </a:xfrm>
          <a:prstGeom prst="rect">
            <a:avLst/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38642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—  32-bit MIPS CPU in VHDL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Semester 2025/2026  ·  Prof. Robert A. Sowah  ·  Raphael Kuayi</a:t>
            </a:r>
            <a:endParaRPr lang="en-US" sz="9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A564D88-74F0-9DB8-4D8B-1A56D851568C}"/>
              </a:ext>
            </a:extLst>
          </p:cNvPr>
          <p:cNvSpPr/>
          <p:nvPr/>
        </p:nvSpPr>
        <p:spPr>
          <a:xfrm>
            <a:off x="310896" y="3367845"/>
            <a:ext cx="2980944" cy="84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GODFRED SAFO OFORI – 22046644</a:t>
            </a:r>
          </a:p>
          <a:p>
            <a:pPr algn="ctr"/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Y.E. MAWULI – 22071976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3977640" cy="1417320"/>
          </a:xfrm>
          <a:prstGeom prst="rect">
            <a:avLst/>
          </a:prstGeom>
          <a:solidFill>
            <a:srgbClr val="3D5A8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CPU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Logisim-Evolution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41248"/>
            <a:ext cx="3977640" cy="141732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MIPS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487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852928"/>
            <a:ext cx="8321040" cy="0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3977640" cy="822960"/>
          </a:xfrm>
          <a:prstGeom prst="rect">
            <a:avLst/>
          </a:prstGeom>
          <a:solidFill>
            <a:srgbClr val="E8EE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999232"/>
            <a:ext cx="4572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Set Architecture (ISA)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33467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language the CPU understands — opcodes, operands, and instruction formats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99232"/>
            <a:ext cx="3977640" cy="822960"/>
          </a:xfrm>
          <a:prstGeom prst="rect">
            <a:avLst/>
          </a:prstGeom>
          <a:solidFill>
            <a:srgbClr val="E8EE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4572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3467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 vs. micro-architected approaches to generating control signals each clock cycle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59352"/>
            <a:ext cx="3977640" cy="822960"/>
          </a:xfrm>
          <a:prstGeom prst="rect">
            <a:avLst/>
          </a:prstGeom>
          <a:solidFill>
            <a:srgbClr val="E8EE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959352"/>
            <a:ext cx="4572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" y="4306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ALU, registers, buses, and Program Counter into a working execution engine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959352"/>
            <a:ext cx="3977640" cy="822960"/>
          </a:xfrm>
          <a:prstGeom prst="rect">
            <a:avLst/>
          </a:prstGeom>
          <a:solidFill>
            <a:srgbClr val="E8EE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959352"/>
            <a:ext cx="45720" cy="8229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Interfacing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4306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CPU to RAM via MAR, MBR, and address/data buses for load and store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16-Bit CPU Design</a:t>
            </a:r>
            <a:endParaRPr lang="en-US" sz="4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Logisim-Evolution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" y="3730752"/>
            <a:ext cx="457200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7-part implementation  ·  4 instructions  ·  16 control signals  ·  Micro-architected control unit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Part 1: 16-Bit Arithmetic Logic Unit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AUSel (4-bit)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+ 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23060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6230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6230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A &amp;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856232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85623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8562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 A |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089404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08940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0894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XOR: A ^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22576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32257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3225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DIV: A / 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555748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55574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5557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REM: A % 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788920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78892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27889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MULT: A × 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022092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02209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30220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SUB: A − 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255264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25526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25526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 A (×4)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488436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48843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34884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 B (×4)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721608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72160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7216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 A (÷4)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954780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395478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39547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 B (÷4)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187952"/>
            <a:ext cx="4023360" cy="219456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418795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4400" y="41879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A (2's complement)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421124"/>
            <a:ext cx="4023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442112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14400" y="44211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B (2's complement)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Operations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RUSel (3-bit)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1389888"/>
            <a:ext cx="4023360" cy="30175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1389888"/>
            <a:ext cx="475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57800" y="1389888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1728216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54880" y="1728216"/>
            <a:ext cx="475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57800" y="1728216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== 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2066544"/>
            <a:ext cx="4023360" cy="30175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54880" y="2066544"/>
            <a:ext cx="475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57800" y="2066544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&gt;= 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54880" y="2404872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54880" y="2404872"/>
            <a:ext cx="475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57800" y="2404872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54880" y="2743200"/>
            <a:ext cx="4023360" cy="30175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54880" y="2743200"/>
            <a:ext cx="475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57800" y="2743200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&lt;= B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3081528"/>
            <a:ext cx="40233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54880" y="3081528"/>
            <a:ext cx="475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57800" y="3081528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!= B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54880" y="3447288"/>
            <a:ext cx="4023360" cy="0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5488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754880" y="3886200"/>
            <a:ext cx="4023360" cy="38404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754880" y="3886200"/>
            <a:ext cx="45720" cy="38404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846320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46320" y="40690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[15:0],  B [15:0],  AUSel [3:0],  RUSel [2:0]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54880" y="4343400"/>
            <a:ext cx="4023360" cy="38404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754880" y="4343400"/>
            <a:ext cx="45720" cy="38404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846320" y="4361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846320" y="4526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AUResult [15:0],  AUDout [15:0],  RUResult [0]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Part 3: CPU Datapath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45720" cy="9144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94760" y="932688"/>
            <a:ext cx="640080" cy="237744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94760" y="9326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914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Register (IR)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current instruction: 8-bit opcode (MSB) + 8-bit address (LSB)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5720" cy="9144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38160" y="932688"/>
            <a:ext cx="640080" cy="237744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9326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914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ALU operand — loaded by the LoadA instruction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8745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1874520"/>
            <a:ext cx="45720" cy="9144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94760" y="1984248"/>
            <a:ext cx="640080" cy="237744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94760" y="19842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" y="1965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2313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ALU operand — loaded by the LoadB instruction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8745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1874520"/>
            <a:ext cx="45720" cy="9144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38160" y="1984248"/>
            <a:ext cx="640080" cy="237744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38160" y="19842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1965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Register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313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Latches the ALU result before writeback to memory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9260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2926080"/>
            <a:ext cx="45720" cy="9144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4760" y="3035808"/>
            <a:ext cx="640080" cy="237744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94760" y="30358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" y="3017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 (Memory Address Register)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external address bus to select the RAM location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5720" cy="91440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38160" y="3035808"/>
            <a:ext cx="640080" cy="237744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38160" y="30358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19472" y="3017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 (Memory Buffer Register)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buffer for data travelling to or from RAM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11480" y="4681728"/>
            <a:ext cx="4572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681728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registers share a 16-bit internal data bus  ·  MAR drives the 8-bit external address bus  ·  RAM connected via external 16-bit data bus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Logisim-Evolution CPU Circuit</a:t>
            </a:r>
            <a:endParaRPr lang="en-US" sz="1300" dirty="0"/>
          </a:p>
        </p:txBody>
      </p:sp>
      <p:pic>
        <p:nvPicPr>
          <p:cNvPr id="3" name="Image 0" descr="/home/claude/logisim_diagra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58368"/>
            <a:ext cx="859536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16-bit CPU implementation — datapath components, buses, control unit, RAM, and 7-segment displays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Part 5: Instruction Set &amp; RAM Layout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8404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45720" cy="38404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Format  (16-bit):    [ 8-bit Opcode  |  8-bit Address / Operand 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321040" cy="32918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(Binary)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620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91640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1691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RAM[addr] → Register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112264"/>
            <a:ext cx="8321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1122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11226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11226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1122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RAM[addr] → Register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532888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25328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2532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86200" y="2532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532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ALU(A, B) → Output Register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953512"/>
            <a:ext cx="8321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29535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00200" y="29535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86200" y="2953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Register → RAM[addr]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8221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Program — Compute  10 + 15  and store result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4133088"/>
            <a:ext cx="8321040" cy="0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25880" y="4224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422452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 — load value at address 10 into Register 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" y="44256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25880" y="44256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0x010D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286000" y="442569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 — load value at address 13 into Register 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" y="46268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325880" y="46268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286000" y="4626864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— ALU performs ADD on A and B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" y="4828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325880" y="4828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0x030A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286000" y="4828032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write Output Register back to address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Part 6: Control Unit &amp; Step Counter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Design Approaches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23360" cy="32918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— control signals wired directly in logic gates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Inflexible — modifying ISA requires physical circuit changes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32918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Micro-Architected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Flexible — update microcode to add or modify 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9933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Marginally slower — extra step to fetch microcode from 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45720" cy="36576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724912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the Micro-Architected approach using Logisim's Combinational Analysis feature to auto-generate the CU circuit from truth tables.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218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Control Signals  (C0 – C15)  ·  Inputs: OPC[7:0], SC[2:0]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  OE_PC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96312" y="3584448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87752" y="35844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 OE_MAR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81144" y="3584448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72584" y="35844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 WR_RAM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65976" y="3584448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57416" y="35844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  OE_RAM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  WE_MBR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96312" y="3931920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87752" y="3931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  OE_MBR_int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81144" y="3931920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72584" y="3931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  CE_PC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65976" y="3931920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57416" y="3931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  WE_IR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279392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279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C8  OE_IR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96312" y="4279392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87752" y="4279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  WE_MAR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81144" y="4279392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72584" y="4279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  OE_RAM2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65976" y="4279392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57416" y="4279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  OE_ALU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4626864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4626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  WE_RegA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96312" y="4626864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87752" y="4626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  WE_RegB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81144" y="4626864"/>
            <a:ext cx="2011680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72584" y="4626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C14  OE_OutReg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65976" y="4626864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57416" y="4626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C15  WE_OutReg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11480" y="498348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counter counts 0–5 per instruction  ·  Output decoded and shown on 7-segment display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C7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32-Bit MIPS CPU Design</a:t>
            </a:r>
            <a:endParaRPr lang="en-US" sz="4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VHDL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" y="3730752"/>
            <a:ext cx="4572000" cy="0"/>
          </a:xfrm>
          <a:prstGeom prst="line">
            <a:avLst/>
          </a:prstGeom>
          <a:noFill/>
          <a:ln w="19050">
            <a:solidFill>
              <a:srgbClr val="5C7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  ·  13 MIPS instructions  ·  6 VHDL source files  ·  32-bit datapath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5-Stage Pipeline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37360" y="1261872"/>
            <a:ext cx="237744" cy="0"/>
          </a:xfrm>
          <a:prstGeom prst="line">
            <a:avLst/>
          </a:prstGeom>
          <a:noFill/>
          <a:ln w="190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1481328" cy="877824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26187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737360"/>
            <a:ext cx="1481328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Instruction_Fetch.vhd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6032" y="2084832"/>
            <a:ext cx="1481328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2084832"/>
            <a:ext cx="1481328" cy="3657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157984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→ 256-entry ROM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32-bit instruction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advances by 4 each cycle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1261872"/>
            <a:ext cx="237744" cy="0"/>
          </a:xfrm>
          <a:prstGeom prst="line">
            <a:avLst/>
          </a:prstGeom>
          <a:noFill/>
          <a:ln w="190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822960"/>
            <a:ext cx="1481328" cy="877824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9339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93392" y="126187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93392" y="1737360"/>
            <a:ext cx="1481328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93392" y="1737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Instruction_Decode.vhd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993392" y="2084832"/>
            <a:ext cx="1481328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93392" y="2084832"/>
            <a:ext cx="1481328" cy="3657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84832" y="2157984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opcode &amp; fields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register file (R0–R7)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control signals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261872"/>
            <a:ext cx="237744" cy="0"/>
          </a:xfrm>
          <a:prstGeom prst="line">
            <a:avLst/>
          </a:prstGeom>
          <a:noFill/>
          <a:ln w="190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30752" y="822960"/>
            <a:ext cx="1481328" cy="877824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3075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30752" y="126187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30752" y="1737360"/>
            <a:ext cx="1481328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737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Execute.vhd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730752" y="2084832"/>
            <a:ext cx="1481328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730752" y="2084832"/>
            <a:ext cx="1481328" cy="3657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22192" y="2157984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operation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 calculation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RegDst &amp; ALUSrc MUX select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49440" y="1261872"/>
            <a:ext cx="237744" cy="0"/>
          </a:xfrm>
          <a:prstGeom prst="line">
            <a:avLst/>
          </a:prstGeom>
          <a:noFill/>
          <a:ln w="190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68112" y="822960"/>
            <a:ext cx="1481328" cy="877824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6811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68112" y="126187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68112" y="1737360"/>
            <a:ext cx="1481328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68112" y="1737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Memory_Access.vhd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468112" y="2084832"/>
            <a:ext cx="1481328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68112" y="2084832"/>
            <a:ext cx="1481328" cy="3657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59552" y="2157984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LW: read data memory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SW: write data memory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result passed through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05472" y="822960"/>
            <a:ext cx="1481328" cy="877824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05472" y="8412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205472" y="126187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05472" y="1737360"/>
            <a:ext cx="1481328" cy="29260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05472" y="17373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Write_Back.vhd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05472" y="2084832"/>
            <a:ext cx="1481328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05472" y="2084832"/>
            <a:ext cx="1481328" cy="3657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96912" y="2157984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MemToReg MUX selects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 or ALU 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register file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919472"/>
            <a:ext cx="8631936" cy="0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stages are VHDL components instantiated in CPU.vhd  ·  32-bit STD_LOGIC_VECTOR signals connect each stage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MIPS Instruction Set &amp;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Formats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1521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R-Format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55648" y="1207008"/>
            <a:ext cx="640080" cy="402336"/>
          </a:xfrm>
          <a:prstGeom prst="rect">
            <a:avLst/>
          </a:prstGeom>
          <a:solidFill>
            <a:srgbClr val="E8EEF5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55648" y="12070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5728" y="1207008"/>
            <a:ext cx="640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95728" y="12070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35808" y="1207008"/>
            <a:ext cx="640080" cy="402336"/>
          </a:xfrm>
          <a:prstGeom prst="rect">
            <a:avLst/>
          </a:prstGeom>
          <a:solidFill>
            <a:srgbClr val="E8EEF5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35808" y="12070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75888" y="1207008"/>
            <a:ext cx="640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5888" y="12070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15968" y="1207008"/>
            <a:ext cx="822960" cy="402336"/>
          </a:xfrm>
          <a:prstGeom prst="rect">
            <a:avLst/>
          </a:prstGeom>
          <a:solidFill>
            <a:srgbClr val="E8EEF5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15968" y="120700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76088" y="12070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 —  ADD, SUB, AND, OR, SLT, JR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18653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I-Format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55648" y="1920240"/>
            <a:ext cx="640080" cy="402336"/>
          </a:xfrm>
          <a:prstGeom prst="rect">
            <a:avLst/>
          </a:prstGeom>
          <a:solidFill>
            <a:srgbClr val="E8EEF5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55648" y="192024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95728" y="1920240"/>
            <a:ext cx="640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95728" y="192024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35808" y="1920240"/>
            <a:ext cx="640080" cy="402336"/>
          </a:xfrm>
          <a:prstGeom prst="rect">
            <a:avLst/>
          </a:prstGeom>
          <a:solidFill>
            <a:srgbClr val="E8EEF5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35808" y="192024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75888" y="192024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75888" y="19202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/ Address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41848" y="1920240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&amp; Branch  —  LW, SW, BEQ, ADDI, SLTI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J-Format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55648" y="2633472"/>
            <a:ext cx="640080" cy="402336"/>
          </a:xfrm>
          <a:prstGeom prst="rect">
            <a:avLst/>
          </a:prstGeom>
          <a:solidFill>
            <a:srgbClr val="E8EEF5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55648" y="263347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95728" y="2633472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95728" y="26334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Address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67528" y="2633472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 —  J, JAL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337560"/>
            <a:ext cx="8321040" cy="0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401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MIPS Instructions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374904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749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R[rd] = R[rs] + R[rt]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96312" y="374904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87752" y="3749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R[rd] = R[rs] − R[rt]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81144" y="374904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72584" y="3749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66944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R[rd] = R[rs] &amp; R[rt]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65976" y="374904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57416" y="3749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51776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R[rd] = R[rs] | R[rt]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416052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1605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" y="4160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R[rd] = 1  if  rs &lt; rt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6312" y="416052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587752" y="41605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82112" y="4160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= R[rs]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81144" y="416052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72584" y="41605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66944" y="4160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R[rt] = M[R[rs] + imm]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65976" y="416052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757416" y="41605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51776" y="4160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M[R[rs] + imm] = R[rt]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57200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45720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97280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rs==rt, branch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96312" y="457200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587752" y="45720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182112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R[rt] = R[rs] + imm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81144" y="457200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672584" y="45720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66944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= JumpAddr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65976" y="457200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757416" y="45720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351776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R[7]=PC+4; jump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983480"/>
            <a:ext cx="2011680" cy="34747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02920" y="49834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SLTI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" y="4983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R[rt] = 1 if rs &lt; imm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VHDL Components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45720" cy="76809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96112"/>
            <a:ext cx="2606040" cy="22860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Instruction_Fetch.vhd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clk, reset, pc_in[31:0]    OUT: pc_out[31:0], instruction[31:0]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914400"/>
            <a:ext cx="0" cy="566928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89611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256-entry 32-bit instruction ROM. PC updates on rising clock edge. Outputs instruction at current PC address.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645920"/>
            <a:ext cx="83210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645920"/>
            <a:ext cx="45720" cy="76809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1737360"/>
            <a:ext cx="2606040" cy="22860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73736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Instruction_Decode.vhd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instruction, pc+4, write-back    OUT: read_data1/2, sign_extend, control signals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755648"/>
            <a:ext cx="0" cy="566928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7373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8-register file. Decodes R/I/J format. Generates ALUOp, RegDst, ALUSrc, MemRead, MemWrite, MemToReg, Branch, Jump, RegWrite.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487168"/>
            <a:ext cx="83210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487168"/>
            <a:ext cx="45720" cy="76809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2606040" cy="22860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2578608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Execute.vhd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read_data1/2, sign_extend, rt, rd, control    OUT: alu_result[31:0], write_data, zero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0" y="2596896"/>
            <a:ext cx="0" cy="566928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25786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5-op ALU: ADD(000) SUB(001) AND(010) OR(011) SLT(100). ALUSrc MUX selects register or immediate. RegDst MUX selects rd or rt.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328416"/>
            <a:ext cx="83210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328416"/>
            <a:ext cx="45720" cy="76809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3419856"/>
            <a:ext cx="2606040" cy="22860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419856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Memory_Access.vhd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712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alu_result, write_data, mem_read, mem_write    OUT: read_data[31:0], passes write_reg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0" y="3438144"/>
            <a:ext cx="0" cy="566928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34840" y="34198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256×32-bit synchronous RAM. Write on rising clock edge (mem_write=1). Read synchronously (mem_read=1). ALU result passed through for non-memory ops.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169664"/>
            <a:ext cx="832104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4169664"/>
            <a:ext cx="45720" cy="768096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920" y="4261104"/>
            <a:ext cx="2606040" cy="22860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" y="426110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Write_Back.vhd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" y="4553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read_data, alu_result, write_reg, mem_to_reg, reg_write    OUT: result, write_reg_out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97680" y="4279392"/>
            <a:ext cx="0" cy="566928"/>
          </a:xfrm>
          <a:prstGeom prst="line">
            <a:avLst/>
          </a:prstGeom>
          <a:noFill/>
          <a:ln w="9525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34840" y="426110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MemToReg MUX: selects memory data (1) or ALU result (0). Result written back to the register file destination port in ID stage.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FC283-AE11-ECFB-9218-64466182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07DDE9-011B-5354-3186-F3F5CA329BC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08A538-50EA-6E73-5B70-5DDE69ADBC93}"/>
              </a:ext>
            </a:extLst>
          </p:cNvPr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·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RESULTS</a:t>
            </a:r>
            <a:endParaRPr lang="en-US" sz="1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75FDC49-7FCD-EAF9-06DC-1E5057D2E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9" y="795528"/>
            <a:ext cx="4206361" cy="19933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AD299E4-6982-C284-E72F-ABC3CBFD2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40" y="2963561"/>
            <a:ext cx="4206360" cy="203461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67627FB-9AD0-2BE4-2B66-5E8C42E2D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538" y="795527"/>
            <a:ext cx="4526504" cy="204986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1A73596-6368-E701-DEEB-22684005B0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457" y="2955117"/>
            <a:ext cx="4526503" cy="20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2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Logisim CPU  vs  32-bit VHDL CPU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3017520" cy="347472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0" y="777240"/>
            <a:ext cx="2606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26480" y="777240"/>
            <a:ext cx="2606040" cy="347472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777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CPU (Logisim)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777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CPU (VHDL)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18872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Width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188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188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600200"/>
            <a:ext cx="8321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0" y="160020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1600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Logisim-Evolution (graphical)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1600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/ ModelSim (HDL)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011680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0" y="201168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201168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Single-cycle, custom ISA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pipeline, MIPS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423160"/>
            <a:ext cx="8321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0" y="242316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42316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(LoadA, LoadB, Arith, Store)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standard MIPS instructions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834640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0" y="283464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283464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2834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IR, A, B, Output, MAR, MBR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2834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general-purpose (R0 – R7)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74720" y="324612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26480" y="324612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2044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16-entry RAM (8 instr + 8 data)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256-entry instruction + data RAM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3657600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74720" y="365760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26480" y="365760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Design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20440" y="3657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Micro-architected (C0 – C15)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36576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 decode from opcode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4069080"/>
            <a:ext cx="8321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474720" y="406908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26480" y="406908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20440" y="4069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4-bit, loops 0 → 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72200" y="4069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32-bit, increments by 4 bytes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474720" y="448056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126480" y="4480560"/>
            <a:ext cx="0" cy="365760"/>
          </a:xfrm>
          <a:prstGeom prst="line">
            <a:avLst/>
          </a:prstGeom>
          <a:noFill/>
          <a:ln w="6350">
            <a:solidFill>
              <a:srgbClr val="D0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Encoding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520440" y="4480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16-bit: 8-op | 8-addr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72200" y="4480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I / J formats (16-bit fields)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3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023360" cy="1188720"/>
          </a:xfrm>
          <a:prstGeom prst="rect">
            <a:avLst/>
          </a:prstGeom>
          <a:solidFill>
            <a:srgbClr val="24335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45720" cy="1188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Silicon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325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CPUs translate abstract COA concepts — ISA, datapath, control unit — into real, functioning digital systems.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1188720"/>
          </a:xfrm>
          <a:prstGeom prst="rect">
            <a:avLst/>
          </a:prstGeom>
          <a:solidFill>
            <a:srgbClr val="24335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5720" cy="1188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as 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16-bit CPU provides a visual, interactive sandbox: every wire, signal, and clock cycle is observable and debuggable.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4023360" cy="1188720"/>
          </a:xfrm>
          <a:prstGeom prst="rect">
            <a:avLst/>
          </a:prstGeom>
          <a:solidFill>
            <a:srgbClr val="24335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45720" cy="1188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for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651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32-bit MIPS pipeline demonstrates how the same principles extend into professional hardware description and synthesis.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023360" cy="1188720"/>
          </a:xfrm>
          <a:prstGeom prst="rect">
            <a:avLst/>
          </a:prstGeom>
          <a:solidFill>
            <a:srgbClr val="24335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45720" cy="1188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Everything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651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— whether hardwired or micro-architected — orchestrates every micro-operation across each clock cycle.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4023360" cy="1188720"/>
          </a:xfrm>
          <a:prstGeom prst="rect">
            <a:avLst/>
          </a:prstGeom>
          <a:solidFill>
            <a:srgbClr val="24335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45720" cy="1188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3611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of Concepts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16-bit custom CPU scales naturally to 32-bit MIPS by widening the datapath, formalising the ISA, and adding pipeline stages.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solidFill>
            <a:srgbClr val="24335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5720" cy="118872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28032" y="3611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CPEN 315 Outcomes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of: ISA design, ALU construction, register files, memory hierarchy, pipelining, and hardware description.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CPEN 315  ·  University of Ghana  ·  First Semester 2025/2026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1776</Words>
  <Application>Microsoft Office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CPEN 315 Final Project: CPU Design</dc:title>
  <dc:subject>PptxGenJS Presentation</dc:subject>
  <dc:creator>PptxGenJS</dc:creator>
  <cp:lastModifiedBy>Ofori Godfred Safo</cp:lastModifiedBy>
  <cp:revision>5</cp:revision>
  <dcterms:created xsi:type="dcterms:W3CDTF">2026-04-03T20:04:41Z</dcterms:created>
  <dcterms:modified xsi:type="dcterms:W3CDTF">2026-04-03T20:18:41Z</dcterms:modified>
</cp:coreProperties>
</file>